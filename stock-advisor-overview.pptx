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371600"/>
            <a:ext cx="64008" cy="2286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Advisor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구조 &amp; 역할 설명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나무증권 계좌 연동  ·  AI 에이전트 매매 분석  ·  LangGraph 파이프라인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18888"/>
            <a:ext cx="8229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React + Vite  ·  LangGraph  ·  Gemini API  ·  Ollama (qwen3)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657600" cy="36576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6576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+ Vite  (포트 5173)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842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6개 페이지 SPA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597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대시보드 / 보유종목 / 거래내역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352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계좌별현황 / 수익분석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10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매매분석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86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나무증권 동기화 버튼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2651760"/>
            <a:ext cx="114300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3931920" y="2331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914400"/>
            <a:ext cx="3657600" cy="3657600"/>
          </a:xfrm>
          <a:prstGeom prst="rect">
            <a:avLst/>
          </a:prstGeom>
          <a:solidFill>
            <a:srgbClr val="F0FDF4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914400"/>
            <a:ext cx="36576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 (포트 8000)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19842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7개 라우터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24597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SQLAlchemy + SQLite 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29352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에이전트 (LangGraph)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3410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나무증권 API 연동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886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API + Ollama 사용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두 서버는 독립 실행 — CORS 설정으로 연결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라우터 7개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96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/api/portfolio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종목 조회 · 관리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74520"/>
            <a:ext cx="64008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47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/api/transactions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매수/매도 거래 내역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64008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/api/news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 뉴스 수집 · 조회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7764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50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기반 AI 감성 분석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22960"/>
            <a:ext cx="64008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896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 차트 데이터 제공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874520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947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/api/nh_sync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나무증권 계좌 데이터 동기화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206240" cy="868680"/>
          </a:xfrm>
          <a:prstGeom prst="rect">
            <a:avLst/>
          </a:prstGeom>
          <a:solidFill>
            <a:srgbClr val="FFF1F2"/>
          </a:solidFill>
          <a:ln w="254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26080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/api/advisor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19472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실행 진입점  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advisor 라우터만 AI 에이전트를 실행 — 나머지 6개는 프론트 화면용 데이터 제공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파이프라인 (LangGraph)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2148840"/>
            <a:ext cx="685800" cy="685800"/>
          </a:xfrm>
          <a:prstGeom prst="ellipse">
            <a:avLst/>
          </a:prstGeom>
          <a:solidFill>
            <a:srgbClr val="33415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2491740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65960"/>
            <a:ext cx="1828800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70432" y="205740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gather_portfolio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24414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보유종목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거래내역 · 손익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2491740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491740"/>
            <a:ext cx="0" cy="-9144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577340"/>
            <a:ext cx="5486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491740"/>
            <a:ext cx="0" cy="10058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3497580"/>
            <a:ext cx="5486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1051560"/>
            <a:ext cx="196596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13632" y="1143000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search_market_news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13632" y="152704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네이버 크롤링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2971800"/>
            <a:ext cx="1965960" cy="1051560"/>
          </a:xfrm>
          <a:prstGeom prst="rect">
            <a:avLst/>
          </a:prstGeom>
          <a:solidFill>
            <a:srgbClr val="BE185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13632" y="3063240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search_trade_news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13632" y="34472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매매시점 뉴스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06440" y="1577340"/>
            <a:ext cx="3200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577340"/>
            <a:ext cx="0" cy="19202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3497580"/>
            <a:ext cx="3200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491740"/>
            <a:ext cx="3200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1965960"/>
            <a:ext cx="2011680" cy="1051560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19672" y="205740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analyze_trades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19672" y="244144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bind_tools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매매 추천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58200" y="2491740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32520" y="2148840"/>
            <a:ext cx="365760" cy="685800"/>
          </a:xfrm>
          <a:prstGeom prst="ellipse">
            <a:avLst/>
          </a:prstGeom>
          <a:solidFill>
            <a:srgbClr val="334155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32520" y="21488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9728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DB 직접 조회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0" y="2212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인터넷 검색 (Gemini)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3127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로컬 LLM (Ollama)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구현은 순차 실행 (sync def) — async 전환 시 진짜 병렬 가능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구성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02336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 (유료 · 클라우드)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market_scout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78308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뉴스 검색 (Google Search 포함)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trade_reporter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3774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매매시점 전후 뉴스 검색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ai_analyzer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9718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 감성 분석 (뉴스 요약)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인터넷 실시간 검색 가능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4023360" cy="4023360"/>
          </a:xfrm>
          <a:prstGeom prst="rect">
            <a:avLst/>
          </a:prstGeom>
          <a:solidFill>
            <a:srgbClr val="F0FDF4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777240"/>
            <a:ext cx="402336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(무료 · 로컬)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135331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qwen3-vl:8b-instruct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78308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trade_advisor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178308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매매 추천 · 리스크 경고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377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localhost:11434 로컬 실행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97180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bind_tools 로 스킬 동적 호출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56616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개인정보 외부 유출 없음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Library + bind_tools  (신규)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200400" cy="4023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2004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SkillRegistry  (창고)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54864" cy="6217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99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fetch_stock_news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스킬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30552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130552"/>
            <a:ext cx="54864" cy="6217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search_news_by_query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450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스킬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907792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fetch_price_history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227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스킬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685032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685032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get_holding_detail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4005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스킬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2606040"/>
            <a:ext cx="45720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bind_tools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0" y="777240"/>
            <a:ext cx="4937760" cy="4023360"/>
          </a:xfrm>
          <a:prstGeom prst="rect">
            <a:avLst/>
          </a:prstGeom>
          <a:solidFill>
            <a:srgbClr val="F0FDF4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31920" y="777240"/>
            <a:ext cx="4937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777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analyze_trades  에이전트 루프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0" y="1371600"/>
            <a:ext cx="301752" cy="3017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13716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138988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ChatOllama 모델 초기화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0" y="1901952"/>
            <a:ext cx="301752" cy="3017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1901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26280" y="192024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model.bind_tools(registry.all())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0" y="2432304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243230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26280" y="245059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프롬프트 전송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14800" y="2962656"/>
            <a:ext cx="301752" cy="301752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0" y="296265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26280" y="298094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tool_calls 반환 시 스킬 실행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14800" y="3493008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34930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26280" y="351129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메시지에 추가 후 재호출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114800" y="4023360"/>
            <a:ext cx="301752" cy="3017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402336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26280" y="404164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 없으면 최종 답변 반환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931920" y="4480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5회 반복 후 강제 종료 (MAX_TOOL_ITERATIONS = 5)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구성  —  6개 페이지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자산 현황 요약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지표 한눈에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777240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14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보유종목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307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/portfolio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보유 주식 목록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평균단가 · 수익률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777240"/>
            <a:ext cx="27432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914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거래내역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1307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/transactions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매수/매도 이력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실현손익 포함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계좌별 현황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3410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/accounts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703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나무증권 4개 계좌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계좌별 분리 조회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수익분석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37560" y="3410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/pnl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703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실현/미실현 손익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승률 · 통계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매매분석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63640" y="3410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/analysis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703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분석실행 버튼 → AI 에이전트 호출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매수/매도 추천 · 리스크 경고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Advisor 프로젝트 구조</dc:title>
  <dc:subject>PptxGenJS Presentation</dc:subject>
  <dc:creator>PptxGenJS</dc:creator>
  <cp:lastModifiedBy>PptxGenJS</cp:lastModifiedBy>
  <cp:revision>1</cp:revision>
  <dcterms:created xsi:type="dcterms:W3CDTF">2026-04-17T08:21:51Z</dcterms:created>
  <dcterms:modified xsi:type="dcterms:W3CDTF">2026-04-17T08:21:51Z</dcterms:modified>
</cp:coreProperties>
</file>